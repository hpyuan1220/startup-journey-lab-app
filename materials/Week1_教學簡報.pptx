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8012ff998b4cea" /><Relationship Type="http://schemas.openxmlformats.org/officeDocument/2006/relationships/extended-properties" Target="/docProps/app.xml" Id="Rfc1d99f00bf74258" /><Relationship Type="http://schemas.openxmlformats.org/officeDocument/2006/relationships/officeDocument" Target="/ppt/presentation.xml" Id="R706159cb84a549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67ec0237654f59"/>
  </p:sldMasterIdLst>
  <p:notesMasterIdLst>
    <p:notesMasterId xmlns:r="http://schemas.openxmlformats.org/officeDocument/2006/relationships" r:id="R983e08f26cb74e9e"/>
  </p:notesMasterIdLst>
  <p:sldIdLst>
    <p:sldId xmlns:r="http://schemas.openxmlformats.org/officeDocument/2006/relationships" id="256" r:id="Rd77ab7ce2e2a4ad9"/>
    <p:sldId xmlns:r="http://schemas.openxmlformats.org/officeDocument/2006/relationships" id="257" r:id="Rc4edf0f7661d4eae"/>
    <p:sldId xmlns:r="http://schemas.openxmlformats.org/officeDocument/2006/relationships" id="258" r:id="R0b8e33c9b2d34e00"/>
    <p:sldId xmlns:r="http://schemas.openxmlformats.org/officeDocument/2006/relationships" id="259" r:id="Raaab909eabd24561"/>
    <p:sldId xmlns:r="http://schemas.openxmlformats.org/officeDocument/2006/relationships" id="260" r:id="R8319a30dbffd4038"/>
    <p:sldId xmlns:r="http://schemas.openxmlformats.org/officeDocument/2006/relationships" id="261" r:id="R414074f02f134462"/>
    <p:sldId xmlns:r="http://schemas.openxmlformats.org/officeDocument/2006/relationships" id="262" r:id="R39eb0f2e7d0b41d0"/>
    <p:sldId xmlns:r="http://schemas.openxmlformats.org/officeDocument/2006/relationships" id="263" r:id="R9a75e19b71b44ad7"/>
    <p:sldId xmlns:r="http://schemas.openxmlformats.org/officeDocument/2006/relationships" id="264" r:id="R6daf0d6456dc430e"/>
    <p:sldId xmlns:r="http://schemas.openxmlformats.org/officeDocument/2006/relationships" id="265" r:id="R99a21fe7a6354448"/>
    <p:sldId xmlns:r="http://schemas.openxmlformats.org/officeDocument/2006/relationships" id="266" r:id="R90331592469f4d0d"/>
    <p:sldId xmlns:r="http://schemas.openxmlformats.org/officeDocument/2006/relationships" id="267" r:id="R48006313672744f1"/>
    <p:sldId xmlns:r="http://schemas.openxmlformats.org/officeDocument/2006/relationships" id="268" r:id="R794ff15231864cdf"/>
    <p:sldId xmlns:r="http://schemas.openxmlformats.org/officeDocument/2006/relationships" id="269" r:id="R52e44bb8eff94c89"/>
    <p:sldId xmlns:r="http://schemas.openxmlformats.org/officeDocument/2006/relationships" id="270" r:id="R31eac73fb2814c05"/>
    <p:sldId xmlns:r="http://schemas.openxmlformats.org/officeDocument/2006/relationships" id="271" r:id="Re2155ab2049d41cf"/>
    <p:sldId xmlns:r="http://schemas.openxmlformats.org/officeDocument/2006/relationships" id="272" r:id="R5285ff8669454da9"/>
    <p:sldId xmlns:r="http://schemas.openxmlformats.org/officeDocument/2006/relationships" id="273" r:id="R0937659659c6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a386353ca44327" /><Relationship Type="http://schemas.openxmlformats.org/officeDocument/2006/relationships/slideMaster" Target="/ppt/slideMasters/slideMaster1.xml" Id="R5767ec0237654f59" /><Relationship Type="http://schemas.openxmlformats.org/officeDocument/2006/relationships/notesMaster" Target="/ppt/notesMasters/notesMaster1.xml" Id="R983e08f26cb74e9e" /><Relationship Type="http://schemas.openxmlformats.org/officeDocument/2006/relationships/presProps" Target="/ppt/presProps.xml" Id="R374b460005964da4" /><Relationship Type="http://schemas.openxmlformats.org/officeDocument/2006/relationships/tableStyles" Target="/ppt/tableStyles.xml" Id="Re727c62e7b334871" /><Relationship Type="http://schemas.openxmlformats.org/officeDocument/2006/relationships/slide" Target="/ppt/slides/slide1.xml" Id="Rd77ab7ce2e2a4ad9" /><Relationship Type="http://schemas.openxmlformats.org/officeDocument/2006/relationships/slide" Target="/ppt/slides/slide2.xml" Id="Rc4edf0f7661d4eae" /><Relationship Type="http://schemas.openxmlformats.org/officeDocument/2006/relationships/slide" Target="/ppt/slides/slide3.xml" Id="R0b8e33c9b2d34e00" /><Relationship Type="http://schemas.openxmlformats.org/officeDocument/2006/relationships/slide" Target="/ppt/slides/slide4.xml" Id="Raaab909eabd24561" /><Relationship Type="http://schemas.openxmlformats.org/officeDocument/2006/relationships/slide" Target="/ppt/slides/slide5.xml" Id="R8319a30dbffd4038" /><Relationship Type="http://schemas.openxmlformats.org/officeDocument/2006/relationships/slide" Target="/ppt/slides/slide6.xml" Id="R414074f02f134462" /><Relationship Type="http://schemas.openxmlformats.org/officeDocument/2006/relationships/slide" Target="/ppt/slides/slide7.xml" Id="R39eb0f2e7d0b41d0" /><Relationship Type="http://schemas.openxmlformats.org/officeDocument/2006/relationships/slide" Target="/ppt/slides/slide8.xml" Id="R9a75e19b71b44ad7" /><Relationship Type="http://schemas.openxmlformats.org/officeDocument/2006/relationships/slide" Target="/ppt/slides/slide9.xml" Id="R6daf0d6456dc430e" /><Relationship Type="http://schemas.openxmlformats.org/officeDocument/2006/relationships/slide" Target="/ppt/slides/slide10.xml" Id="R99a21fe7a6354448" /><Relationship Type="http://schemas.openxmlformats.org/officeDocument/2006/relationships/slide" Target="/ppt/slides/slide11.xml" Id="R90331592469f4d0d" /><Relationship Type="http://schemas.openxmlformats.org/officeDocument/2006/relationships/slide" Target="/ppt/slides/slide12.xml" Id="R48006313672744f1" /><Relationship Type="http://schemas.openxmlformats.org/officeDocument/2006/relationships/slide" Target="/ppt/slides/slide13.xml" Id="R794ff15231864cdf" /><Relationship Type="http://schemas.openxmlformats.org/officeDocument/2006/relationships/slide" Target="/ppt/slides/slide14.xml" Id="R52e44bb8eff94c89" /><Relationship Type="http://schemas.openxmlformats.org/officeDocument/2006/relationships/slide" Target="/ppt/slides/slide15.xml" Id="R31eac73fb2814c05" /><Relationship Type="http://schemas.openxmlformats.org/officeDocument/2006/relationships/slide" Target="/ppt/slides/slide16.xml" Id="Re2155ab2049d41cf" /><Relationship Type="http://schemas.openxmlformats.org/officeDocument/2006/relationships/slide" Target="/ppt/slides/slide17.xml" Id="R5285ff8669454da9" /><Relationship Type="http://schemas.openxmlformats.org/officeDocument/2006/relationships/slide" Target="/ppt/slides/slide18.xml" Id="R0937659659c6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f39d31486140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a71730e3374fb0" /><Relationship Type="http://schemas.openxmlformats.org/officeDocument/2006/relationships/notesMaster" Target="/ppt/notesMasters/notesMaster1.xml" Id="R93f7f146e11c4f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e5e0db38364ba0" /><Relationship Type="http://schemas.openxmlformats.org/officeDocument/2006/relationships/notesMaster" Target="/ppt/notesMasters/notesMaster1.xml" Id="Rd4842653765e4d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c4e40ced0e4cb5" /><Relationship Type="http://schemas.openxmlformats.org/officeDocument/2006/relationships/notesMaster" Target="/ppt/notesMasters/notesMaster1.xml" Id="R3e85fda48d1644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459a13c6e5483c" /><Relationship Type="http://schemas.openxmlformats.org/officeDocument/2006/relationships/notesMaster" Target="/ppt/notesMasters/notesMaster1.xml" Id="Rb4acc1a2eca04a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430997fb154b34" /><Relationship Type="http://schemas.openxmlformats.org/officeDocument/2006/relationships/notesMaster" Target="/ppt/notesMasters/notesMaster1.xml" Id="R9c928f6a326d43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f2290a8a06469b" /><Relationship Type="http://schemas.openxmlformats.org/officeDocument/2006/relationships/notesMaster" Target="/ppt/notesMasters/notesMaster1.xml" Id="Re5c06c7ba7e441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2821d4b2844a74" /><Relationship Type="http://schemas.openxmlformats.org/officeDocument/2006/relationships/notesMaster" Target="/ppt/notesMasters/notesMaster1.xml" Id="R24b2426070cf4f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0255f94f13481f" /><Relationship Type="http://schemas.openxmlformats.org/officeDocument/2006/relationships/notesMaster" Target="/ppt/notesMasters/notesMaster1.xml" Id="R7580a7cdd40047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ea109bc89241b9" /><Relationship Type="http://schemas.openxmlformats.org/officeDocument/2006/relationships/notesMaster" Target="/ppt/notesMasters/notesMaster1.xml" Id="R95aea382bd4b49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aa52551f8644cf" /><Relationship Type="http://schemas.openxmlformats.org/officeDocument/2006/relationships/notesMaster" Target="/ppt/notesMasters/notesMaster1.xml" Id="R084819ce859a4e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06a4d651454819" /><Relationship Type="http://schemas.openxmlformats.org/officeDocument/2006/relationships/notesMaster" Target="/ppt/notesMasters/notesMaster1.xml" Id="R92043ac43e854e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62b2b78d824bd6" /><Relationship Type="http://schemas.openxmlformats.org/officeDocument/2006/relationships/notesMaster" Target="/ppt/notesMasters/notesMaster1.xml" Id="R2d61b0d8838746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75fce4307d4b74" /><Relationship Type="http://schemas.openxmlformats.org/officeDocument/2006/relationships/notesMaster" Target="/ppt/notesMasters/notesMaster1.xml" Id="R4909e52ad6d140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f200c2b84d04d72" /><Relationship Type="http://schemas.openxmlformats.org/officeDocument/2006/relationships/notesMaster" Target="/ppt/notesMasters/notesMaster1.xml" Id="R5492cc1b58e841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fab9d85c38453b" /><Relationship Type="http://schemas.openxmlformats.org/officeDocument/2006/relationships/notesMaster" Target="/ppt/notesMasters/notesMaster1.xml" Id="R782583a22d344f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0ed1eaf0e064f8e" /><Relationship Type="http://schemas.openxmlformats.org/officeDocument/2006/relationships/notesMaster" Target="/ppt/notesMasters/notesMaster1.xml" Id="R652760471ac644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604cd617702468c" /><Relationship Type="http://schemas.openxmlformats.org/officeDocument/2006/relationships/notesMaster" Target="/ppt/notesMasters/notesMaster1.xml" Id="R60d574345ed640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3df2ff6eaa341ee" /><Relationship Type="http://schemas.openxmlformats.org/officeDocument/2006/relationships/notesMaster" Target="/ppt/notesMasters/notesMaster1.xml" Id="R4b59142d04aa40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https://www.youtube.com/watch?v=BUE-icVYRFU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540874ade549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5317e699f342b1" /><Relationship Type="http://schemas.openxmlformats.org/officeDocument/2006/relationships/slideLayout" Target="/ppt/slideLayouts/slideLayout1.xml" Id="Re3981b947de548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981b947de548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8425dcdf64c7d" /><Relationship Type="http://schemas.openxmlformats.org/officeDocument/2006/relationships/image" Target="/ppt/media/image.png" Id="R5726a8d217c24028" /><Relationship Type="http://schemas.openxmlformats.org/officeDocument/2006/relationships/notesSlide" Target="/ppt/notesSlides/notesSlide1.xml" Id="R49763462e11d4d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8f1dfaf6b4cc1" /><Relationship Type="http://schemas.openxmlformats.org/officeDocument/2006/relationships/notesSlide" Target="/ppt/notesSlides/notesSlide2.xml" Id="R301e65c73c7346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4484376504ece" /><Relationship Type="http://schemas.openxmlformats.org/officeDocument/2006/relationships/notesSlide" Target="/ppt/notesSlides/notesSlide3.xml" Id="R3c87c2374f4e46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26c0c9ae6475e" /><Relationship Type="http://schemas.openxmlformats.org/officeDocument/2006/relationships/notesSlide" Target="/ppt/notesSlides/notesSlide4.xml" Id="R5e2d900ccfca4e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02d930e2d47e0" /><Relationship Type="http://schemas.openxmlformats.org/officeDocument/2006/relationships/notesSlide" Target="/ppt/notesSlides/notesSlide5.xml" Id="Rd699ecd2afb645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dbdc6913c4ded" /><Relationship Type="http://schemas.openxmlformats.org/officeDocument/2006/relationships/notesSlide" Target="/ppt/notesSlides/notesSlide6.xml" Id="Rb6254ca4f8bd48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1f3d08c8b4bdc" /><Relationship Type="http://schemas.openxmlformats.org/officeDocument/2006/relationships/notesSlide" Target="/ppt/notesSlides/notesSlide7.xml" Id="R4f9cc108079348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e37bcd04a43" /><Relationship Type="http://schemas.openxmlformats.org/officeDocument/2006/relationships/image" Target="/ppt/media/image2.png" Id="R691b8891e06c470c" /><Relationship Type="http://schemas.openxmlformats.org/officeDocument/2006/relationships/notesSlide" Target="/ppt/notesSlides/notesSlide8.xml" Id="R09f951cb672e44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b687aad2b4816" /><Relationship Type="http://schemas.openxmlformats.org/officeDocument/2006/relationships/image" Target="/ppt/media/image3.png" Id="Re1266ca4cdbb43e2" /><Relationship Type="http://schemas.openxmlformats.org/officeDocument/2006/relationships/notesSlide" Target="/ppt/notesSlides/notesSlide9.xml" Id="R4630a1fe4a7742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143a43e404145" /><Relationship Type="http://schemas.openxmlformats.org/officeDocument/2006/relationships/notesSlide" Target="/ppt/notesSlides/notesSlide10.xml" Id="Rb9690eaa299645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945cee77943aa" /><Relationship Type="http://schemas.openxmlformats.org/officeDocument/2006/relationships/notesSlide" Target="/ppt/notesSlides/notesSlide11.xml" Id="Rb57589ac89174e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4796e1a854cec" /><Relationship Type="http://schemas.openxmlformats.org/officeDocument/2006/relationships/notesSlide" Target="/ppt/notesSlides/notesSlide12.xml" Id="Rb93ececdfb5348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50cc923c04a03" /><Relationship Type="http://schemas.openxmlformats.org/officeDocument/2006/relationships/notesSlide" Target="/ppt/notesSlides/notesSlide13.xml" Id="R14024d9d59e2432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5d16452e645b7" /><Relationship Type="http://schemas.openxmlformats.org/officeDocument/2006/relationships/notesSlide" Target="/ppt/notesSlides/notesSlide14.xml" Id="Rd6439040f47147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4ce4a22fa4645" /><Relationship Type="http://schemas.openxmlformats.org/officeDocument/2006/relationships/notesSlide" Target="/ppt/notesSlides/notesSlide15.xml" Id="R7968688b6a65452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62604e6624408" /><Relationship Type="http://schemas.openxmlformats.org/officeDocument/2006/relationships/notesSlide" Target="/ppt/notesSlides/notesSlide16.xml" Id="R978764662dba44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e3338069f4c14" /><Relationship Type="http://schemas.openxmlformats.org/officeDocument/2006/relationships/notesSlide" Target="/ppt/notesSlides/notesSlide17.xml" Id="Rf4b07f385e624f5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e3a407947489c" /><Relationship Type="http://schemas.openxmlformats.org/officeDocument/2006/relationships/notesSlide" Target="/ppt/notesSlides/notesSlide18.xml" Id="R844dd70cad1a43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6a8d217c24028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3B04B-2964-4AFD-B626-FB0B8D4B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Startup Journey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5FB6A-0A57-4D01-A930-6DB90C8B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Week 1｜從親身看見的問題開始</a:t>
            </a:r>
          </a:p>
          <a:p xmlns:a="http://schemas.openxmlformats.org/drawingml/2006/main">
            <a:pPr>
              <a:def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十週後，你會完成一份有證據的 Startup Portfolio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BAD61-3DF2-4CD2-93F9-F44BA76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8E5E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D8E5E1"/>
                </a:solidFill>
                <a:latin typeface="Helvetica Neue"/>
                <a:ea typeface="Helvetica Neue"/>
                <a:cs typeface="Helvetica Neue"/>
              </a:rPr>
              <a:t>Startup Journey Lab  •  Week 1  •  01</a:t>
            </a:r>
          </a:p>
        </p:txBody>
      </p:sp>
    </p:spTree>
    <p:extLst>
      <p:ext uri="{BB962C8B-B14F-4D97-AF65-F5344CB8AC3E}">
        <p14:creationId xmlns:p14="http://schemas.microsoft.com/office/powerpoint/2010/main" val="320947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33CDA-B6A8-4A08-A897-86529CC5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今天的成果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AE541-B60E-458A-8B96-02CD89F4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了解十週流程與每週提交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認識創業的正確起點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完成個人起點卡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知道下週要如何開始驗證問題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FA037-C9DC-4101-B7C0-51E97729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02</a:t>
            </a:r>
          </a:p>
        </p:txBody>
      </p:sp>
    </p:spTree>
    <p:extLst>
      <p:ext uri="{BB962C8B-B14F-4D97-AF65-F5344CB8AC3E}">
        <p14:creationId xmlns:p14="http://schemas.microsoft.com/office/powerpoint/2010/main" val="788785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D3AC8-785F-4A31-B84C-D93AA155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十週學習地圖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815ED-D014-4803-9483-5A9B776E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01 創業起點　02 選題　03 訪談　04 AI-native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05 MVP　06 第一批使用者　07 產品數據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08 商業模式　09 團隊合作　10 發布與成果展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A0D92-2101-43EA-B82A-A02A5459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03</a:t>
            </a:r>
          </a:p>
        </p:txBody>
      </p:sp>
    </p:spTree>
    <p:extLst>
      <p:ext uri="{BB962C8B-B14F-4D97-AF65-F5344CB8AC3E}">
        <p14:creationId xmlns:p14="http://schemas.microsoft.com/office/powerpoint/2010/main" val="5232745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05F45-DD30-437D-AD4E-34C4D53C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Week 1 的五個重點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0528F-5643-46DB-9674-95DF5FA8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1. 創業不是職稱，而是持續解決問題的選擇。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2. 先理解困擾，再想產品。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3. 動機必須能承受不確定與反覆修改。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4. 小而具體的觀察，比「大市場點子」更適合作為起點。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5. 第一週的成功標準是提出好問題，不是提出好解法。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CE210-E490-44CF-8708-06C5D189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04</a:t>
            </a:r>
          </a:p>
        </p:txBody>
      </p:sp>
    </p:spTree>
    <p:extLst>
      <p:ext uri="{BB962C8B-B14F-4D97-AF65-F5344CB8AC3E}">
        <p14:creationId xmlns:p14="http://schemas.microsoft.com/office/powerpoint/2010/main" val="2962560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46B02-D0A7-449D-933B-9A7F66D2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Week 1 核心影片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AC1DC-BD92-4EE3-B3B6-0B8134DB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Should You Start A Startup?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Y Combinator Startup School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今天的問題不是「我的點子夠不夠厲害？」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而是「我是否真的理解一個值得持續研究的問題？」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2D2D4-F431-4292-A315-9E9F720F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05</a:t>
            </a:r>
          </a:p>
        </p:txBody>
      </p:sp>
    </p:spTree>
    <p:extLst>
      <p:ext uri="{BB962C8B-B14F-4D97-AF65-F5344CB8AC3E}">
        <p14:creationId xmlns:p14="http://schemas.microsoft.com/office/powerpoint/2010/main" val="2506877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FA675-5FE5-425E-B24E-5CD3E696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影片想問你的問題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F6241-145D-4539-A60D-B7505D06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我是否真的想理解並持續處理一個問題？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而不是只想快速有一個產品、公司名稱或很酷的點子。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Week 1 不需要決定你會不會創業。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2F892-684F-4B09-877D-58C3F0F5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06</a:t>
            </a:r>
          </a:p>
        </p:txBody>
      </p:sp>
    </p:spTree>
    <p:extLst>
      <p:ext uri="{BB962C8B-B14F-4D97-AF65-F5344CB8AC3E}">
        <p14:creationId xmlns:p14="http://schemas.microsoft.com/office/powerpoint/2010/main" val="17155949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41F0F-8E3E-4B2E-98AB-6C235B40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先理解問題，再提出解法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C4464-77DF-4D66-80F5-651EB3B4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太早想出 App，容易只找支持自己想法的證據。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先寫下使用者原句、現場與目前做法。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Week 3 才用訪談確認你的猜測。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BB3362-0F8D-4A78-842C-D83CEF37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07</a:t>
            </a:r>
          </a:p>
        </p:txBody>
      </p:sp>
    </p:spTree>
    <p:extLst>
      <p:ext uri="{BB962C8B-B14F-4D97-AF65-F5344CB8AC3E}">
        <p14:creationId xmlns:p14="http://schemas.microsoft.com/office/powerpoint/2010/main" val="87692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b8891e06c470c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BCFD4-4FB3-45C6-9025-5FB0B761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小而具體的觀察就能開始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9BD58-4B71-4633-A72A-AB7ADBA8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不是：我想做校園外送平台。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而是：中午只有 50 分鐘空檔的學生，常因排隊太久放棄吃午餐。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說清楚誰、何時、在哪裡、發生什麼事。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B49EE-36DB-4F03-93B6-3A14CBB9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08</a:t>
            </a:r>
          </a:p>
        </p:txBody>
      </p:sp>
    </p:spTree>
    <p:extLst>
      <p:ext uri="{BB962C8B-B14F-4D97-AF65-F5344CB8AC3E}">
        <p14:creationId xmlns:p14="http://schemas.microsoft.com/office/powerpoint/2010/main" val="18474539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66ca4cdbb43e2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5663F-869E-44D7-BACB-901E1C46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影片重點一：從真實問題開始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22322-CF55-4AB9-AE80-E9B43DB0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創業的起點是你願意長期處理的問題。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先觀察具體情境與受到影響的人。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不要只因為某個點子聽起來很新或很像成功案例。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FA9C84-B1B7-4D6B-8D42-AFA96CA8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09</a:t>
            </a:r>
          </a:p>
        </p:txBody>
      </p:sp>
    </p:spTree>
    <p:extLst>
      <p:ext uri="{BB962C8B-B14F-4D97-AF65-F5344CB8AC3E}">
        <p14:creationId xmlns:p14="http://schemas.microsoft.com/office/powerpoint/2010/main" val="4468722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76725-3ABF-458B-A2E6-67A44CF0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影片重點二：動機需要經得起困難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5833A-D1E1-4AF8-8914-6A9AF3FE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創業會遇到不確定、拒絕與反覆修改。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你的動機應該來自對問題與使用者的關心。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第一週不用承諾要創業，只要誠實探索。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A790A-A3F3-46D3-9EDD-E3CB03A2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10</a:t>
            </a:r>
          </a:p>
        </p:txBody>
      </p:sp>
    </p:spTree>
    <p:extLst>
      <p:ext uri="{BB962C8B-B14F-4D97-AF65-F5344CB8AC3E}">
        <p14:creationId xmlns:p14="http://schemas.microsoft.com/office/powerpoint/2010/main" val="545461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A901D-8298-4F5D-A91A-CE2018D9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影片重點三：先學習，再下結論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C75BD-DD29-408E-AB90-DF7181CE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你現在知道的，可能只是局部觀察。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把「我看到的」寫成事實。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把「我認為使用者會需要的」寫成待驗證假設。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D494D-79D2-499D-B0CF-EC7DF60F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11</a:t>
            </a:r>
          </a:p>
        </p:txBody>
      </p:sp>
    </p:spTree>
    <p:extLst>
      <p:ext uri="{BB962C8B-B14F-4D97-AF65-F5344CB8AC3E}">
        <p14:creationId xmlns:p14="http://schemas.microsoft.com/office/powerpoint/2010/main" val="13487297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35024-FFE8-4700-B066-EBC6815B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四個討論問題與範例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C70D0-2027-4B26-B604-C61A2C70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1. 為什麼關心？我常因午餐排隊吃得很趕。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2. 原句是什麼？「我又要遲到了，午餐排隊根本來不及。」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3. 事實是什麼？星期三 12:10 至 12:30 有約 20 人排隊。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4. 還不知道什麼？學生是否願意提前選餐換取較短等待。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6C044-31D2-44C3-B1E7-9F1CDAA4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12</a:t>
            </a:r>
          </a:p>
        </p:txBody>
      </p:sp>
    </p:spTree>
    <p:extLst>
      <p:ext uri="{BB962C8B-B14F-4D97-AF65-F5344CB8AC3E}">
        <p14:creationId xmlns:p14="http://schemas.microsoft.com/office/powerpoint/2010/main" val="5935416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331E4-467E-465B-9EBA-56486E0F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Week 1 的成功標準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63CD4-2840-4431-A402-57C22A19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完成一則真實觀察。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分開「我看到的事實」與「我仍在猜的假設」。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留下下週最想問使用者的一題。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不需要提出好解法。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DA8D8-0E42-4B7A-A9AF-F38390D3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13</a:t>
            </a:r>
          </a:p>
        </p:txBody>
      </p:sp>
    </p:spTree>
    <p:extLst>
      <p:ext uri="{BB962C8B-B14F-4D97-AF65-F5344CB8AC3E}">
        <p14:creationId xmlns:p14="http://schemas.microsoft.com/office/powerpoint/2010/main" val="20082247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C9560-C095-482D-9FD0-8D3B30D2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影片討論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3DD8C-0A64-42A9-A4FF-D2A02031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我為什麼關心這個問題？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我目前知道哪些事實？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我還不知道什麼？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如果下週只做一件事，我要找誰、問什麼？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C51C2-0702-41FB-98CB-5788DD23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14</a:t>
            </a:r>
          </a:p>
        </p:txBody>
      </p:sp>
    </p:spTree>
    <p:extLst>
      <p:ext uri="{BB962C8B-B14F-4D97-AF65-F5344CB8AC3E}">
        <p14:creationId xmlns:p14="http://schemas.microsoft.com/office/powerpoint/2010/main" val="3777762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F840B-D30B-47E3-A26A-B717B951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事實與假設練習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96173-E18C-4E42-8002-58F7977D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事實：午餐尖峰時，我看到校園餐廳排隊約 20 分鐘。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假設：學生會願意使用預約取餐工具。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下一步：訪談正在排隊的學生，了解他們真正的困擾。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53A17-7579-4195-AB28-956F3B38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15</a:t>
            </a:r>
          </a:p>
        </p:txBody>
      </p:sp>
    </p:spTree>
    <p:extLst>
      <p:ext uri="{BB962C8B-B14F-4D97-AF65-F5344CB8AC3E}">
        <p14:creationId xmlns:p14="http://schemas.microsoft.com/office/powerpoint/2010/main" val="1827169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4ECA8-A5F2-4C87-B759-69068781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個人起點卡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3E884-C909-44C7-BB09-056E0C2F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填寫生活不便、受到影響的人、已知事實、待驗證假設、期待與擔心。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網站會保存草稿、顯示完成度，並可匯出。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F81E1-5504-4500-9008-C60114E3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16</a:t>
            </a:r>
          </a:p>
        </p:txBody>
      </p:sp>
    </p:spTree>
    <p:extLst>
      <p:ext uri="{BB962C8B-B14F-4D97-AF65-F5344CB8AC3E}">
        <p14:creationId xmlns:p14="http://schemas.microsoft.com/office/powerpoint/2010/main" val="11927024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6AFED-798D-4A6C-91E4-40556F08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AI 使用原則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46DC1-92AF-4FC0-8740-BFED4599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AI 可以協助整理、翻譯與草擬問題。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學生要保存原始觀察，查核 AI 的內容，不能捏造訪談或使用者資料。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91365-3F67-4616-B3FA-42A79B36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17</a:t>
            </a:r>
          </a:p>
        </p:txBody>
      </p:sp>
    </p:spTree>
    <p:extLst>
      <p:ext uri="{BB962C8B-B14F-4D97-AF65-F5344CB8AC3E}">
        <p14:creationId xmlns:p14="http://schemas.microsoft.com/office/powerpoint/2010/main" val="7279831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56704-CC66-420A-B843-6B2654E4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離開教室前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2861D-3F8C-4D61-B08B-98D10CF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完成並儲存個人起點卡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確認缺少欄位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依教師指定方式提交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下週：選擇一個問題，開始理解使用者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0165D-2AD7-420A-97C7-B87E484C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18</a:t>
            </a:r>
          </a:p>
        </p:txBody>
      </p:sp>
    </p:spTree>
    <p:extLst>
      <p:ext uri="{BB962C8B-B14F-4D97-AF65-F5344CB8AC3E}">
        <p14:creationId xmlns:p14="http://schemas.microsoft.com/office/powerpoint/2010/main" val="3748413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2026-09-12T00:19:03.7460000Z</dcterms:created>
  <dcterms:modified xsi:type="dcterms:W3CDTF">2026-09-12T00:19:03.7460000Z</dcterms:modified>
</coreProperties>
</file>