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d9084b9a374351" /><Relationship Type="http://schemas.openxmlformats.org/officeDocument/2006/relationships/extended-properties" Target="/docProps/app.xml" Id="R8550afea8c00409b" /><Relationship Type="http://schemas.openxmlformats.org/officeDocument/2006/relationships/officeDocument" Target="/ppt/presentation.xml" Id="R918e558a169c43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86fd9b08d234cf8"/>
  </p:sldMasterIdLst>
  <p:notesMasterIdLst>
    <p:notesMasterId xmlns:r="http://schemas.openxmlformats.org/officeDocument/2006/relationships" r:id="R92eaa96e12d04d07"/>
  </p:notesMasterIdLst>
  <p:sldIdLst>
    <p:sldId xmlns:r="http://schemas.openxmlformats.org/officeDocument/2006/relationships" id="256" r:id="R0732cab328194c8e"/>
    <p:sldId xmlns:r="http://schemas.openxmlformats.org/officeDocument/2006/relationships" id="257" r:id="R902d2f8919b640f9"/>
    <p:sldId xmlns:r="http://schemas.openxmlformats.org/officeDocument/2006/relationships" id="258" r:id="Ra2f3005e8b1c4e89"/>
    <p:sldId xmlns:r="http://schemas.openxmlformats.org/officeDocument/2006/relationships" id="259" r:id="Rf6069bf8fcda4e02"/>
    <p:sldId xmlns:r="http://schemas.openxmlformats.org/officeDocument/2006/relationships" id="260" r:id="Ra7002ed902374514"/>
    <p:sldId xmlns:r="http://schemas.openxmlformats.org/officeDocument/2006/relationships" id="261" r:id="R2fa16f1907364068"/>
    <p:sldId xmlns:r="http://schemas.openxmlformats.org/officeDocument/2006/relationships" id="262" r:id="R1037d58a9321440e"/>
    <p:sldId xmlns:r="http://schemas.openxmlformats.org/officeDocument/2006/relationships" id="263" r:id="R8ddd4ee241674106"/>
    <p:sldId xmlns:r="http://schemas.openxmlformats.org/officeDocument/2006/relationships" id="264" r:id="Rffe844c1f81b4f8d"/>
    <p:sldId xmlns:r="http://schemas.openxmlformats.org/officeDocument/2006/relationships" id="265" r:id="R9e8aa1549b864ee0"/>
    <p:sldId xmlns:r="http://schemas.openxmlformats.org/officeDocument/2006/relationships" id="266" r:id="R10ffbcef0eb84631"/>
    <p:sldId xmlns:r="http://schemas.openxmlformats.org/officeDocument/2006/relationships" id="267" r:id="Re5b0776b79644d2e"/>
    <p:sldId xmlns:r="http://schemas.openxmlformats.org/officeDocument/2006/relationships" id="268" r:id="Rd58cafeda7b940da"/>
    <p:sldId xmlns:r="http://schemas.openxmlformats.org/officeDocument/2006/relationships" id="269" r:id="R7cd4aeb46c6c4e3e"/>
    <p:sldId xmlns:r="http://schemas.openxmlformats.org/officeDocument/2006/relationships" id="270" r:id="Rc8c2e0880f714df7"/>
    <p:sldId xmlns:r="http://schemas.openxmlformats.org/officeDocument/2006/relationships" id="271" r:id="R57b51972e3ae46bb"/>
    <p:sldId xmlns:r="http://schemas.openxmlformats.org/officeDocument/2006/relationships" id="272" r:id="R6e17ac5f222841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8ce2e636fc74198" /><Relationship Type="http://schemas.openxmlformats.org/officeDocument/2006/relationships/slideMaster" Target="/ppt/slideMasters/slideMaster1.xml" Id="R186fd9b08d234cf8" /><Relationship Type="http://schemas.openxmlformats.org/officeDocument/2006/relationships/notesMaster" Target="/ppt/notesMasters/notesMaster1.xml" Id="R92eaa96e12d04d07" /><Relationship Type="http://schemas.openxmlformats.org/officeDocument/2006/relationships/presProps" Target="/ppt/presProps.xml" Id="R52455a51f5984291" /><Relationship Type="http://schemas.openxmlformats.org/officeDocument/2006/relationships/tableStyles" Target="/ppt/tableStyles.xml" Id="Rb50c0599478e471a" /><Relationship Type="http://schemas.openxmlformats.org/officeDocument/2006/relationships/slide" Target="/ppt/slides/slide1.xml" Id="R0732cab328194c8e" /><Relationship Type="http://schemas.openxmlformats.org/officeDocument/2006/relationships/slide" Target="/ppt/slides/slide2.xml" Id="R902d2f8919b640f9" /><Relationship Type="http://schemas.openxmlformats.org/officeDocument/2006/relationships/slide" Target="/ppt/slides/slide3.xml" Id="Ra2f3005e8b1c4e89" /><Relationship Type="http://schemas.openxmlformats.org/officeDocument/2006/relationships/slide" Target="/ppt/slides/slide4.xml" Id="Rf6069bf8fcda4e02" /><Relationship Type="http://schemas.openxmlformats.org/officeDocument/2006/relationships/slide" Target="/ppt/slides/slide5.xml" Id="Ra7002ed902374514" /><Relationship Type="http://schemas.openxmlformats.org/officeDocument/2006/relationships/slide" Target="/ppt/slides/slide6.xml" Id="R2fa16f1907364068" /><Relationship Type="http://schemas.openxmlformats.org/officeDocument/2006/relationships/slide" Target="/ppt/slides/slide7.xml" Id="R1037d58a9321440e" /><Relationship Type="http://schemas.openxmlformats.org/officeDocument/2006/relationships/slide" Target="/ppt/slides/slide8.xml" Id="R8ddd4ee241674106" /><Relationship Type="http://schemas.openxmlformats.org/officeDocument/2006/relationships/slide" Target="/ppt/slides/slide9.xml" Id="Rffe844c1f81b4f8d" /><Relationship Type="http://schemas.openxmlformats.org/officeDocument/2006/relationships/slide" Target="/ppt/slides/slide10.xml" Id="R9e8aa1549b864ee0" /><Relationship Type="http://schemas.openxmlformats.org/officeDocument/2006/relationships/slide" Target="/ppt/slides/slide11.xml" Id="R10ffbcef0eb84631" /><Relationship Type="http://schemas.openxmlformats.org/officeDocument/2006/relationships/slide" Target="/ppt/slides/slide12.xml" Id="Re5b0776b79644d2e" /><Relationship Type="http://schemas.openxmlformats.org/officeDocument/2006/relationships/slide" Target="/ppt/slides/slide13.xml" Id="Rd58cafeda7b940da" /><Relationship Type="http://schemas.openxmlformats.org/officeDocument/2006/relationships/slide" Target="/ppt/slides/slide14.xml" Id="R7cd4aeb46c6c4e3e" /><Relationship Type="http://schemas.openxmlformats.org/officeDocument/2006/relationships/slide" Target="/ppt/slides/slide15.xml" Id="Rc8c2e0880f714df7" /><Relationship Type="http://schemas.openxmlformats.org/officeDocument/2006/relationships/slide" Target="/ppt/slides/slide16.xml" Id="R57b51972e3ae46bb" /><Relationship Type="http://schemas.openxmlformats.org/officeDocument/2006/relationships/slide" Target="/ppt/slides/slide17.xml" Id="R6e17ac5f222841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a068adf85a434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5e65d352ea495a" /><Relationship Type="http://schemas.openxmlformats.org/officeDocument/2006/relationships/notesMaster" Target="/ppt/notesMasters/notesMaster1.xml" Id="R007d4f3f198d45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9a98c94adf044aa" /><Relationship Type="http://schemas.openxmlformats.org/officeDocument/2006/relationships/notesMaster" Target="/ppt/notesMasters/notesMaster1.xml" Id="Rba7642768d9948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7998606e6b4248" /><Relationship Type="http://schemas.openxmlformats.org/officeDocument/2006/relationships/notesMaster" Target="/ppt/notesMasters/notesMaster1.xml" Id="R7d6353cf3eb644f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004423465d4f56" /><Relationship Type="http://schemas.openxmlformats.org/officeDocument/2006/relationships/notesMaster" Target="/ppt/notesMasters/notesMaster1.xml" Id="Rb57ac33546d940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d83dbb62294975" /><Relationship Type="http://schemas.openxmlformats.org/officeDocument/2006/relationships/notesMaster" Target="/ppt/notesMasters/notesMaster1.xml" Id="Rdd91821420374c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f1be4bf6bc342af" /><Relationship Type="http://schemas.openxmlformats.org/officeDocument/2006/relationships/notesMaster" Target="/ppt/notesMasters/notesMaster1.xml" Id="Rd2c5aafc22924f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09be76896e94b81" /><Relationship Type="http://schemas.openxmlformats.org/officeDocument/2006/relationships/notesMaster" Target="/ppt/notesMasters/notesMaster1.xml" Id="R4bfac2494f5944a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bf5824d8254188" /><Relationship Type="http://schemas.openxmlformats.org/officeDocument/2006/relationships/notesMaster" Target="/ppt/notesMasters/notesMaster1.xml" Id="Re24b47a141af439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6930e3fee74c0c" /><Relationship Type="http://schemas.openxmlformats.org/officeDocument/2006/relationships/notesMaster" Target="/ppt/notesMasters/notesMaster1.xml" Id="R479a75b0b6d94a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0dd5354f734d92" /><Relationship Type="http://schemas.openxmlformats.org/officeDocument/2006/relationships/notesMaster" Target="/ppt/notesMasters/notesMaster1.xml" Id="R7e68ae162cbf42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a4392d40b7418e" /><Relationship Type="http://schemas.openxmlformats.org/officeDocument/2006/relationships/notesMaster" Target="/ppt/notesMasters/notesMaster1.xml" Id="R4f8e385056af4e1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1bb749633c4931" /><Relationship Type="http://schemas.openxmlformats.org/officeDocument/2006/relationships/notesMaster" Target="/ppt/notesMasters/notesMaster1.xml" Id="R3d77112ebda94be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835d127ac6d4282" /><Relationship Type="http://schemas.openxmlformats.org/officeDocument/2006/relationships/notesMaster" Target="/ppt/notesMasters/notesMaster1.xml" Id="Ra06d22776d89450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d401a33f0ab42e8" /><Relationship Type="http://schemas.openxmlformats.org/officeDocument/2006/relationships/notesMaster" Target="/ppt/notesMasters/notesMaster1.xml" Id="Rdc513bced10549e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fce737d950e432c" /><Relationship Type="http://schemas.openxmlformats.org/officeDocument/2006/relationships/notesMaster" Target="/ppt/notesMasters/notesMaster1.xml" Id="Rc9fce315a7cf41b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1f4f1db56c4b47" /><Relationship Type="http://schemas.openxmlformats.org/officeDocument/2006/relationships/notesMaster" Target="/ppt/notesMasters/notesMaster1.xml" Id="Re9c3cf11ea81449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de1cd1c80e44aeb" /><Relationship Type="http://schemas.openxmlformats.org/officeDocument/2006/relationships/notesMaster" Target="/ppt/notesMasters/notesMaster1.xml" Id="R414911288c554c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https://www.youtube.com/watch?v=BUE-icVYRFU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d143a32a624f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01b577a8e04aaa" /><Relationship Type="http://schemas.openxmlformats.org/officeDocument/2006/relationships/slideLayout" Target="/ppt/slideLayouts/slideLayout1.xml" Id="R468733c1ddcb4b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8733c1ddcb4b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52e701f13a4f95" /><Relationship Type="http://schemas.openxmlformats.org/officeDocument/2006/relationships/image" Target="/ppt/media/image.png" Id="Rc5ce5e2d566f4c78" /><Relationship Type="http://schemas.openxmlformats.org/officeDocument/2006/relationships/notesSlide" Target="/ppt/notesSlides/notesSlide1.xml" Id="Rf3eb972c593b4b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8798c0906d4a5e" /><Relationship Type="http://schemas.openxmlformats.org/officeDocument/2006/relationships/notesSlide" Target="/ppt/notesSlides/notesSlide2.xml" Id="R56bb1ecb4a704e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863a325f30423e" /><Relationship Type="http://schemas.openxmlformats.org/officeDocument/2006/relationships/notesSlide" Target="/ppt/notesSlides/notesSlide3.xml" Id="R6c88ee8ebf4d4c8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f5e4326e14f88" /><Relationship Type="http://schemas.openxmlformats.org/officeDocument/2006/relationships/notesSlide" Target="/ppt/notesSlides/notesSlide4.xml" Id="Rf20f02dd87ce486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ae8cfb9d874b23" /><Relationship Type="http://schemas.openxmlformats.org/officeDocument/2006/relationships/notesSlide" Target="/ppt/notesSlides/notesSlide5.xml" Id="Rfa7598140b0248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b40e09ca7c4c2f" /><Relationship Type="http://schemas.openxmlformats.org/officeDocument/2006/relationships/notesSlide" Target="/ppt/notesSlides/notesSlide6.xml" Id="R1eb9a38129e542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f630e19394ad9" /><Relationship Type="http://schemas.openxmlformats.org/officeDocument/2006/relationships/notesSlide" Target="/ppt/notesSlides/notesSlide7.xml" Id="Ra3ba18a7f2ff4cb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e65124de64409" /><Relationship Type="http://schemas.openxmlformats.org/officeDocument/2006/relationships/image" Target="/ppt/media/image2.png" Id="Rd2f99393859349eb" /><Relationship Type="http://schemas.openxmlformats.org/officeDocument/2006/relationships/notesSlide" Target="/ppt/notesSlides/notesSlide8.xml" Id="R7a5151246dfe47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2a87f0c77e4bd9" /><Relationship Type="http://schemas.openxmlformats.org/officeDocument/2006/relationships/image" Target="/ppt/media/image3.png" Id="Re6a0de49ebc241bd" /><Relationship Type="http://schemas.openxmlformats.org/officeDocument/2006/relationships/notesSlide" Target="/ppt/notesSlides/notesSlide9.xml" Id="R8b8a2b65ae3c4a3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0b00ac15f44f0a" /><Relationship Type="http://schemas.openxmlformats.org/officeDocument/2006/relationships/notesSlide" Target="/ppt/notesSlides/notesSlide10.xml" Id="Rfebe4d1722e940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52d819d66c44ff" /><Relationship Type="http://schemas.openxmlformats.org/officeDocument/2006/relationships/notesSlide" Target="/ppt/notesSlides/notesSlide11.xml" Id="R34dfc30f657842a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1cb95c3f5f495a" /><Relationship Type="http://schemas.openxmlformats.org/officeDocument/2006/relationships/notesSlide" Target="/ppt/notesSlides/notesSlide12.xml" Id="R111cc1b5671940f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b15b372e94d31" /><Relationship Type="http://schemas.openxmlformats.org/officeDocument/2006/relationships/notesSlide" Target="/ppt/notesSlides/notesSlide13.xml" Id="R664831d3c817498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37b4bc928043d3" /><Relationship Type="http://schemas.openxmlformats.org/officeDocument/2006/relationships/notesSlide" Target="/ppt/notesSlides/notesSlide14.xml" Id="Rd050cfcaaf14437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fcacd5b8074ed8" /><Relationship Type="http://schemas.openxmlformats.org/officeDocument/2006/relationships/notesSlide" Target="/ppt/notesSlides/notesSlide15.xml" Id="R9a8a344df81749a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8e66df65240e0" /><Relationship Type="http://schemas.openxmlformats.org/officeDocument/2006/relationships/notesSlide" Target="/ppt/notesSlides/notesSlide16.xml" Id="Rb3d6949d61cb49f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c1efd2b0fd4ab5" /><Relationship Type="http://schemas.openxmlformats.org/officeDocument/2006/relationships/notesSlide" Target="/ppt/notesSlides/notesSlide17.xml" Id="Rf1c01dae01554d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B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e5e2d566f4c78"/>
          <a:srcRect xmlns:a="http://schemas.openxmlformats.org/drawingml/2006/main" l="24930" t="0" r="249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666750"/>
            <a:ext cx="4667250" cy="52387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DFF38-EA17-4BD4-AE22-01ADDFEF0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Startup Journey Lab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21596B-678F-48C8-B472-1603F381A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5429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Week 1｜從親身看見的問題開始</a:t>
            </a:r>
          </a:p>
          <a:p xmlns:a="http://schemas.openxmlformats.org/drawingml/2006/main">
            <a:pPr>
              <a:def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十週後，你會完成一份有證據的 Startup Portfolio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E66D85-ABD3-4D26-A942-CDAD0B1A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D8E5E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D8E5E1"/>
                </a:solidFill>
                <a:latin typeface="Helvetica Neue"/>
                <a:ea typeface="Helvetica Neue"/>
                <a:cs typeface="Helvetica Neue"/>
              </a:rPr>
              <a:t>Startup Journey Lab  •  Week 1  •  01</a:t>
            </a:r>
          </a:p>
        </p:txBody>
      </p:sp>
    </p:spTree>
    <p:extLst>
      <p:ext uri="{BB962C8B-B14F-4D97-AF65-F5344CB8AC3E}">
        <p14:creationId xmlns:p14="http://schemas.microsoft.com/office/powerpoint/2010/main" val="12468353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75E0AE-ECE0-4701-B692-E330B4C7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今天的成果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E436D2-248E-438E-ACB8-DE996374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了解十週流程與每週提交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認識創業的正確起點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完成個人起點卡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知道下週要如何開始驗證問題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449704-BBC9-472B-B0DA-659F0B63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02</a:t>
            </a:r>
          </a:p>
        </p:txBody>
      </p:sp>
    </p:spTree>
    <p:extLst>
      <p:ext uri="{BB962C8B-B14F-4D97-AF65-F5344CB8AC3E}">
        <p14:creationId xmlns:p14="http://schemas.microsoft.com/office/powerpoint/2010/main" val="8821390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61324D-3EE0-4484-B67A-DA71B316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十週學習地圖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ADDE66-180D-4B15-9976-DAFBFE88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01 創業起點　02 選題　03 訪談　04 AI-native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05 MVP　06 第一批使用者　07 產品數據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08 商業模式　09 團隊合作　10 發布與成果展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882F75-5210-45D8-9FCA-5241A402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03</a:t>
            </a:r>
          </a:p>
        </p:txBody>
      </p:sp>
    </p:spTree>
    <p:extLst>
      <p:ext uri="{BB962C8B-B14F-4D97-AF65-F5344CB8AC3E}">
        <p14:creationId xmlns:p14="http://schemas.microsoft.com/office/powerpoint/2010/main" val="6749411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BFB220-2CE8-4E56-ADF3-8717414B0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Week 1 核心影片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AAF2D6-DF2B-4042-A4CA-7FC875399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Should You Start A Startup?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Y Combinator Startup School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今天的問題不是「我的點子夠不夠厲害？」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而是「我是否真的理解一個值得持續研究的問題？」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951E41-2C12-4655-B2E1-71930FDF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04</a:t>
            </a:r>
          </a:p>
        </p:txBody>
      </p:sp>
    </p:spTree>
    <p:extLst>
      <p:ext uri="{BB962C8B-B14F-4D97-AF65-F5344CB8AC3E}">
        <p14:creationId xmlns:p14="http://schemas.microsoft.com/office/powerpoint/2010/main" val="104960390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83EE86-BFF7-4B3C-9DDC-66CB1026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影片想問你的問題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056AC4-E87D-425B-B42E-02FDE983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我是否真的想理解並持續處理一個問題？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而不是只想快速有一個產品、公司名稱或很酷的點子。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Week 1 不需要決定你會不會創業。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100CE4-4875-4922-8932-29A09725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05</a:t>
            </a:r>
          </a:p>
        </p:txBody>
      </p:sp>
    </p:spTree>
    <p:extLst>
      <p:ext uri="{BB962C8B-B14F-4D97-AF65-F5344CB8AC3E}">
        <p14:creationId xmlns:p14="http://schemas.microsoft.com/office/powerpoint/2010/main" val="10951789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968DD9-5712-45DC-BBAD-D41A22A1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先理解問題，再提出解法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D89B4-EA6A-43E6-88B5-DA71A3B0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太早想出 App，容易只找支持自己想法的證據。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先寫下使用者原句、現場與目前做法。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Week 3 才用訪談確認你的猜測。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D6BBB8-0F0B-46B4-ADA3-9ED9D8995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06</a:t>
            </a:r>
          </a:p>
        </p:txBody>
      </p:sp>
    </p:spTree>
    <p:extLst>
      <p:ext uri="{BB962C8B-B14F-4D97-AF65-F5344CB8AC3E}">
        <p14:creationId xmlns:p14="http://schemas.microsoft.com/office/powerpoint/2010/main" val="4770649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CB06D7-BB11-4752-A9DD-56E150EF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小而具體的觀察就能開始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6B660F-7F99-4FB8-96C4-3BC6079CC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不是：我想做校園外送平台。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而是：中午只有 50 分鐘空檔的學生，常因排隊太久放棄吃午餐。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說清楚誰、何時、在哪裡、發生什麼事。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AAA01-C85A-40BA-8A47-94A865F0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07</a:t>
            </a:r>
          </a:p>
        </p:txBody>
      </p:sp>
    </p:spTree>
    <p:extLst>
      <p:ext uri="{BB962C8B-B14F-4D97-AF65-F5344CB8AC3E}">
        <p14:creationId xmlns:p14="http://schemas.microsoft.com/office/powerpoint/2010/main" val="15263895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f99393859349eb"/>
          <a:srcRect xmlns:a="http://schemas.openxmlformats.org/drawingml/2006/main" l="24930" t="0" r="249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666750"/>
            <a:ext cx="4667250" cy="52387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E7779-B4D4-432A-B3B3-3B1F1BA76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影片重點一：從真實問題開始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FA4F94-EF1A-412D-AA3F-820008BA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5429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創業的起點是你願意長期處理的問題。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先觀察具體情境與受到影響的人。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不要只因為某個點子聽起來很新或很像成功案例。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297A8-2315-415D-9FE9-C447E338C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08</a:t>
            </a:r>
          </a:p>
        </p:txBody>
      </p:sp>
    </p:spTree>
    <p:extLst>
      <p:ext uri="{BB962C8B-B14F-4D97-AF65-F5344CB8AC3E}">
        <p14:creationId xmlns:p14="http://schemas.microsoft.com/office/powerpoint/2010/main" val="9670527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0de49ebc241bd"/>
          <a:srcRect xmlns:a="http://schemas.openxmlformats.org/drawingml/2006/main" l="24930" t="0" r="2493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0" y="666750"/>
            <a:ext cx="4667250" cy="5238750"/>
          </a:xfrm>
          <a:prstGeom xmlns:a="http://schemas.openxmlformats.org/drawingml/2006/main" prst="roundRect">
            <a:avLst>
              <a:gd name="adj" fmla="val 2449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BD23E-65ED-4CFA-8D67-501EE8D2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561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影片重點二：動機需要經得起困難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66726-1187-414A-B480-3CA85ECF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5429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創業會遇到不確定、拒絕與反覆修改。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你的動機應該來自對問題與使用者的關心。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第一週不用承諾要創業，只要誠實探索。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B8004B-58D4-4493-AAC4-EC4B866A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09</a:t>
            </a:r>
          </a:p>
        </p:txBody>
      </p:sp>
    </p:spTree>
    <p:extLst>
      <p:ext uri="{BB962C8B-B14F-4D97-AF65-F5344CB8AC3E}">
        <p14:creationId xmlns:p14="http://schemas.microsoft.com/office/powerpoint/2010/main" val="10762998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B104FC-51C2-4FF6-8D29-C4C8CC14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影片重點三：先學習，再下結論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7CC123-2226-4083-9C15-16363A786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你現在知道的，可能只是局部觀察。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把「我看到的」寫成事實。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把「我認為使用者會需要的」寫成待驗證假設。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D72B2-E8E4-407E-9187-BA6F973AD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10</a:t>
            </a:r>
          </a:p>
        </p:txBody>
      </p:sp>
    </p:spTree>
    <p:extLst>
      <p:ext uri="{BB962C8B-B14F-4D97-AF65-F5344CB8AC3E}">
        <p14:creationId xmlns:p14="http://schemas.microsoft.com/office/powerpoint/2010/main" val="14714609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560E7E-EFC5-43E0-B70B-5F5E590F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四個討論問題與範例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78EEA-92B7-445F-A368-2E5DBDB1E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1. 為什麼關心？我常因午餐排隊吃得很趕。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2. 原句是什麼？「我又要遲到了，午餐排隊根本來不及。」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3. 事實是什麼？星期三 12:10 至 12:30 有約 20 人排隊。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4. 還不知道什麼？學生是否願意提前選餐換取較短等待。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21254B-8011-4398-A30D-6EB5CB20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11</a:t>
            </a:r>
          </a:p>
        </p:txBody>
      </p:sp>
    </p:spTree>
    <p:extLst>
      <p:ext uri="{BB962C8B-B14F-4D97-AF65-F5344CB8AC3E}">
        <p14:creationId xmlns:p14="http://schemas.microsoft.com/office/powerpoint/2010/main" val="14389049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49A7F-C09A-4551-9C7D-D0A98F752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Week 1 的成功標準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04EB9-9561-4666-A99B-BEB44BBB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完成一則真實觀察。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分開「我看到的事實」與「我仍在猜的假設」。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留下下週最想問使用者的一題。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不需要提出好解法。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40DDB-34E6-46E0-A17B-8CD850B89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12</a:t>
            </a:r>
          </a:p>
        </p:txBody>
      </p:sp>
    </p:spTree>
    <p:extLst>
      <p:ext uri="{BB962C8B-B14F-4D97-AF65-F5344CB8AC3E}">
        <p14:creationId xmlns:p14="http://schemas.microsoft.com/office/powerpoint/2010/main" val="69113813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F2CA9D-48A4-4AC1-8CBA-B98D40E8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影片討論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89E3F6-1206-47C7-ACD3-22866896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我為什麼關心這個問題？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我目前知道哪些事實？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我還不知道什麼？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如果下週只做一件事，我要找誰、問什麼？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26281-9913-4294-9A3B-DAFB837E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13</a:t>
            </a:r>
          </a:p>
        </p:txBody>
      </p:sp>
    </p:spTree>
    <p:extLst>
      <p:ext uri="{BB962C8B-B14F-4D97-AF65-F5344CB8AC3E}">
        <p14:creationId xmlns:p14="http://schemas.microsoft.com/office/powerpoint/2010/main" val="3765360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B035FF-F2D1-4E33-81C8-92A758BD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事實與假設練習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CBA8BE-39DE-4AF5-808A-176FB9E0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事實：午餐尖峰時，我看到校園餐廳排隊約 20 分鐘。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假設：學生會願意使用預約取餐工具。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下一步：訪談正在排隊的學生，了解他們真正的困擾。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FB84AB-97A5-4187-891E-20392A9A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14</a:t>
            </a:r>
          </a:p>
        </p:txBody>
      </p:sp>
    </p:spTree>
    <p:extLst>
      <p:ext uri="{BB962C8B-B14F-4D97-AF65-F5344CB8AC3E}">
        <p14:creationId xmlns:p14="http://schemas.microsoft.com/office/powerpoint/2010/main" val="8241802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B2335B-FC23-4D83-9CB5-FCEC7ED2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個人起點卡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897F5A-C8E2-4A27-BD9C-82B623C1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填寫生活不便、受到影響的人、已知事實、待驗證假設、期待與擔心。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網站會保存草稿、顯示完成度，並可匯出。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51DFC4-A34F-4151-9405-7F36D70E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15</a:t>
            </a:r>
          </a:p>
        </p:txBody>
      </p:sp>
    </p:spTree>
    <p:extLst>
      <p:ext uri="{BB962C8B-B14F-4D97-AF65-F5344CB8AC3E}">
        <p14:creationId xmlns:p14="http://schemas.microsoft.com/office/powerpoint/2010/main" val="2370908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36C3BD-7C87-45C6-9A3F-326519C70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AI 使用原則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392D9-6D3F-4EF3-9311-79AE5D32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AI 可以協助整理、翻譯與草擬問題。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學生要保存原始觀察，查核 AI 的內容，不能捏造訪談或使用者資料。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56AE56-51EC-4DD7-9D83-4381445E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16</a:t>
            </a:r>
          </a:p>
        </p:txBody>
      </p:sp>
    </p:spTree>
    <p:extLst>
      <p:ext uri="{BB962C8B-B14F-4D97-AF65-F5344CB8AC3E}">
        <p14:creationId xmlns:p14="http://schemas.microsoft.com/office/powerpoint/2010/main" val="16987105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53DF58-9F18-4387-9F41-5928E59DE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23900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43B4A"/>
                </a:solidFill>
                <a:latin typeface="Helvetica Neue"/>
                <a:ea typeface="Helvetica Neue"/>
                <a:cs typeface="Helvetica Neue"/>
              </a:rPr>
              <a:t>離開教室前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2E98C-F1C0-42A5-8950-0F19DD89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001250" cy="3429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完成並儲存個人起點卡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確認缺少欄位</a:t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依教師指定方式提交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>
                <a:solidFill>
                  <a:srgbClr val="263238"/>
                </a:solidFill>
                <a:latin typeface="Helvetica Neue"/>
                <a:ea typeface="Helvetica Neue"/>
                <a:cs typeface="Helvetica Neue"/>
              </a:rPr>
              <a:t>下週：選擇一個問題，開始理解使用者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21B58D-0B59-4478-BFD7-5F5DE3CAD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1436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>
                <a:solidFill>
                  <a:srgbClr val="52726C"/>
                </a:solidFill>
                <a:latin typeface="Helvetica Neue"/>
                <a:ea typeface="Helvetica Neue"/>
                <a:cs typeface="Helvetica Neue"/>
              </a:rPr>
              <a:t>Startup Journey Lab  •  Week 1  •  17</a:t>
            </a:r>
          </a:p>
        </p:txBody>
      </p:sp>
    </p:spTree>
    <p:extLst>
      <p:ext uri="{BB962C8B-B14F-4D97-AF65-F5344CB8AC3E}">
        <p14:creationId xmlns:p14="http://schemas.microsoft.com/office/powerpoint/2010/main" val="20437657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2026-09-11T16:42:59.5970000Z</dcterms:created>
  <dcterms:modified xsi:type="dcterms:W3CDTF">2026-09-11T16:42:59.5970000Z</dcterms:modified>
</coreProperties>
</file>